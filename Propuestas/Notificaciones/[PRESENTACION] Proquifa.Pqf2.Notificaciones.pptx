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2C7A7B">
              <a:alpha val="70000"/>
            </a:srgbClr>
          </a:solidFill>
          <a:ln w="12700">
            <a:solidFill>
              <a:srgbClr val="2C7A7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114800"/>
            <a:ext cx="2743200" cy="2743200"/>
          </a:xfrm>
          <a:prstGeom prst="ellipse">
            <a:avLst/>
          </a:prstGeom>
          <a:solidFill>
            <a:srgbClr val="D69E2E">
              <a:alpha val="60000"/>
            </a:srgbClr>
          </a:solidFill>
          <a:ln w="12700">
            <a:solidFill>
              <a:srgbClr val="D69E2E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ARQUITECTURA TÉCNICA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Proquifa.Pqf2.Notificaciones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único de envío de correo para el ecosistema Proquifa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4572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864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1572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5157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Osmar Calderón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449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54498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Valdemar Farina Sánchez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742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5742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04/07/2026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al Coordinador de Desarrollo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propone decidir hoy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2103120"/>
          </a:xfrm>
          <a:prstGeom prst="roundRect">
            <a:avLst>
              <a:gd name="adj" fmla="val 6522"/>
            </a:avLst>
          </a:prstGeom>
          <a:solidFill>
            <a:srgbClr val="EBF4FF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la creación 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Proquifa.Pqf2.Notificaciones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único canal de envío de correo del ecosistema, presentar su diseño de fondo y obtener la decisión que permita arrancar.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canal, no varios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4572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solución integra a Brevo por su cuenta.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420624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fondo listo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4572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ejes de estado y flujos ya evaluados.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4206240"/>
            <a:ext cx="640080" cy="64008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6968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aprobación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4572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requisitos detenidos esperan que este contrato exista.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actual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ProquifaDotNet 2.0 envía correo por su cuenta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ProquifaDotNet 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6FFFA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plantillas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30175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CorreoEnviado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tablas satélite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0" y="22860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(SendInBlue)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377440"/>
            <a:ext cx="640080" cy="-914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286000"/>
            <a:ext cx="3474720" cy="45720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0" y="3749040"/>
            <a:ext cx="640080" cy="-18288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2651760"/>
            <a:ext cx="640080" cy="822960"/>
          </a:xfrm>
          <a:prstGeom prst="line">
            <a:avLst/>
          </a:prstGeom>
          <a:noFill/>
          <a:ln w="1905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75120" y="4480560"/>
            <a:ext cx="4937760" cy="146304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Tabla compartida por 2 soluciones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escribe en la misma tabla pero nunca la consulta. Cualquier cambio impacta a las dos soluciones.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E6FFFA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hay más soluciones esperando turno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Timbrado necesitan enviar correo. Regla del proyecto: canal único, sin excepciones.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requisitos detenidos esperan que este contrato exista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encontró en el código actual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sistema roto — pero antes de heredarlo, hay que mirarlo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600200"/>
            <a:ext cx="5760720" cy="3657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ENCONTRÓ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envío se escribe en el INSERT, no cuando el correo sale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dice "enviado" antes del intento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4712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encolado responde antes de que exista un resultado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llama no puede saber si el correo salió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entre Commit() y publicación en la cola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3832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guardado, cotización marcada Enviada, ningún mensaje en la cola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4712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síncrono obtiene el resultado y lo descarta (método void)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40690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existe y se tira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7548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Adjunto se pasa como ruta a archivo local que se borra después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47548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referencia puede desaparecer antes del envío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406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métodos hermanos envían con remitentes distintos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5440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fuente única del remitente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y estabilidad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Enero–agosto 2026 · medido sobre la tabla actual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/ día hábil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150 envíos con destinatarios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~2,800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/ 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~3,300 envíos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diario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moverse en 7 meses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7373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1.17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23544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destinatarios / correo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= lo que Brevo cobra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Lecturas de fondo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526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piso, no un techo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4526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 2 soluciones que hoy comparten la tabla. Faltan las que aún no envían.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cobra son envíos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5074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correo va a 1.17 destinatarios en promedio. La columna que dimensiona es esa.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modesto y estable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0" y="5623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—1.65× el promedio— no esconde ráfagas. Solo días hábiles.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en una frase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propio que centraliza el envío contra Brevo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servicio propio —API, worker y base de datos— que centraliza el envío de correo del ecosistema contra Brevo, y registra el estado de cada envío en dos ejes independientes.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291840"/>
            <a:ext cx="685800" cy="68580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solicitud, la valida, la guarda y responde. También contesta las consultas de estado.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31089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3291840"/>
            <a:ext cx="685800" cy="68580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4480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Propia. Guarda la solicitud, destinatarios, adjuntos y la bitácora de cada intento.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3291840"/>
            <a:ext cx="685800" cy="68580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SendWorker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pocos segundos revisa la BD, envía lo pendiente y reintenta lo que falla.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31089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3291840"/>
            <a:ext cx="685800" cy="68580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972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DeliverySyncWorker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81160" y="448056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pocos minutos pregunta a Brevo qué pasó con lo enviado, y lo registra.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workers viven en un solo proceso, no en dos ejecutables.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 un correo, de arriba hacia abajo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0" y="14630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· Timbrado · ProquifaDotNet 2.0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0" y="3200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686800" cy="3017520"/>
          </a:xfrm>
          <a:prstGeom prst="roundRect">
            <a:avLst>
              <a:gd name="adj" fmla="val 3030"/>
            </a:avLst>
          </a:prstGeom>
          <a:solidFill>
            <a:srgbClr val="F0F9FF">
              <a:alpha val="60000"/>
            </a:srgbClr>
          </a:solidFill>
          <a:ln w="12700">
            <a:solidFill>
              <a:srgbClr val="1A365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4297680"/>
            <a:ext cx="1737360" cy="822960"/>
          </a:xfrm>
          <a:prstGeom prst="can">
            <a:avLst/>
          </a:prstGeom>
          <a:solidFill>
            <a:srgbClr val="FEF9C3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SendWorker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pocos segundos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42976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DeliverySync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617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pocos minutos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84080" y="51206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5120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84080" y="608076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6080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Destinatarios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286000"/>
            <a:ext cx="0" cy="91440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40080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solicita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4023360"/>
            <a:ext cx="0" cy="27432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7804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guarda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4754880"/>
            <a:ext cx="-640080" cy="36576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23360" y="4709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toma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5440680"/>
            <a:ext cx="5120640" cy="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58000" y="5166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envía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744200" y="5806440"/>
            <a:ext cx="0" cy="274320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11018520" y="5852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entrega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0" y="3611880"/>
            <a:ext cx="2468880" cy="-9144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de fondo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antes de intentar — patrón outbox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Ventana entre Commit() y la cola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proceso muere en esa ventana: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guardado en base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Cotización marcada como Enviada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Ningún mensaje en la cola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Nadie se entera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BD es la fuente de verdad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queda guardada antes de cualquier intento: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solo commit local, atómico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worker revisa la tabla, no espera aviso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Nada se pierde entre guardar y enviar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i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Reintentos con espaciado creciente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el patrón outbox — con una variante que conviene declarar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formulación canónica hay una tabla de outbox separada y el relevo publica mensajes a un broker.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la tabla de solicitudes hace de outbox y el relevo ejecuta el envío, en vez de publicar.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esencial se conserva: un solo commit local y un relevo asíncrono con reintentos.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dos ejes de estado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correo no tiene un estado — tiene 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"enviado" es ambigua: puede significar "Brevo lo aceptó" o "le llegó al cliente". Son hechos distintos, separados por horas, que fallan por causas distintas.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108960" cy="45720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286000"/>
            <a:ext cx="4069080" cy="457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2286000"/>
            <a:ext cx="4069080" cy="45720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— LA SOLICITUD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— LA ENTREGA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108960" cy="6858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7432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7432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7432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¿Hicimos nuestro trabajo?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27432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 allá afuera?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108960" cy="6858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429000"/>
            <a:ext cx="4069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3429000"/>
            <a:ext cx="4069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lo determina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429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26680" y="3429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nos lo reporta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3108960" cy="6858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41148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41148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114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petición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26680" y="4114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destinatario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3108960" cy="6858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4800600"/>
            <a:ext cx="4069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4800600"/>
            <a:ext cx="4069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4800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— excluyentes y ordenados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26680" y="48006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con fecha y hora — ni excluyentes ni ordenadas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486400"/>
            <a:ext cx="3108960" cy="6858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54864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5486400"/>
            <a:ext cx="406908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486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quedar vacío?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0" y="5486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Siempre termina en Processed o Failed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26680" y="5486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Puede no llegar nunca ninguna marca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1 — La solicitud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estados: excluyentes, ordenados, siempre terminan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82880" cy="182880"/>
          </a:xfrm>
          <a:prstGeom prst="ellipse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2608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EBF4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23360" y="292608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EBF4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92608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254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784080" y="2926080"/>
            <a:ext cx="1645920" cy="82296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0" y="29260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64040" y="3246120"/>
            <a:ext cx="182880" cy="18288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67160" y="3246120"/>
            <a:ext cx="182880" cy="18288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37560"/>
            <a:ext cx="32004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26080" y="3337560"/>
            <a:ext cx="109728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3337560"/>
            <a:ext cx="1280160" cy="0"/>
          </a:xfrm>
          <a:prstGeom prst="line">
            <a:avLst/>
          </a:prstGeom>
          <a:noFill/>
          <a:ln w="25400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3337560"/>
            <a:ext cx="137160" cy="0"/>
          </a:xfrm>
          <a:prstGeom prst="line">
            <a:avLst/>
          </a:prstGeom>
          <a:noFill/>
          <a:ln w="25400">
            <a:solidFill>
              <a:srgbClr val="2F855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0" y="3337560"/>
            <a:ext cx="13716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00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la acepta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3749040"/>
            <a:ext cx="0" cy="64008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389120"/>
            <a:ext cx="182880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749040"/>
            <a:ext cx="0" cy="64008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3716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(hasta 5×, espaciado creciente)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926080"/>
            <a:ext cx="0" cy="-50292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423160"/>
            <a:ext cx="557784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0" y="2423160"/>
            <a:ext cx="0" cy="50292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permanente o intentos agotados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EFCE8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 es terminal aunque el correo rebote después.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descuido: el rebote pertenece al eje 2 y no revierte el eje 1, porque nuestro trabajo —entregárselo a Brevo— sí se cumplió. No hay cancelación.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2 — La entrega, por destinatario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independientes, cada una con su fecha y hora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3291840"/>
            <a:ext cx="1828800" cy="18288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291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marca lleva su fecha y hora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212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del destinatario lo aceptó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4206240"/>
            <a:ext cx="1371600" cy="-1993392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7432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31272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prueba de lectura — depende de un pixel de rastreo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4206240"/>
            <a:ext cx="1371600" cy="-1078992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6576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Rebotado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4041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Duro: dirección no existe. Suave: temporal (buzón lleno)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4206240"/>
            <a:ext cx="1371600" cy="-164592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45720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como spam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49560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destinatario lo reportó. Daña la reputación del dominio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4206240"/>
            <a:ext cx="1371600" cy="749808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548640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58704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se negó a entregar (dirección en su lista de supresión)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4206240"/>
            <a:ext cx="1371600" cy="1664208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6235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BF4FF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69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"si está vacío, ponlo"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el mismo evento dos veces o fuera de orden no rompe nada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envío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modos, dos endpoints — ambos validan y guardan antes de intentar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ENCOLADO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/api/v1/email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responde en cuanto la solicitud queda guardada. El envío pasa después, en el worker.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320040" cy="3200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solicita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 lo corregible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BD · Queued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526280"/>
            <a:ext cx="320040" cy="32004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498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aceptada + 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029200"/>
            <a:ext cx="320040" cy="32004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la toma después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532120"/>
            <a:ext cx="320040" cy="32004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5504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 Brevo → Processed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E6FFFA"/>
          </a:solidFill>
          <a:ln w="19050">
            <a:solidFill>
              <a:srgbClr val="2C7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INMEDIATO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/api/v1/email/immediate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intenta el envío en línea y responde con el resultado. Para quien necesita saber ya si el correo salió.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017520"/>
            <a:ext cx="320040" cy="3200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solicita inmediato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3520440"/>
            <a:ext cx="320040" cy="32004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4023360"/>
            <a:ext cx="320040" cy="3200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BD · Processing (SIEMPRE)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4526280"/>
            <a:ext cx="320040" cy="32004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4498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en línea a Brevo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5029200"/>
            <a:ext cx="320040" cy="32004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4944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responde Processed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92240" y="5532120"/>
            <a:ext cx="320040" cy="32004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0" y="5504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transitoria → Queued (no error)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plantillas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lógica local → número que Brevo asigna en cada ambiente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manda una clave lógica (FACTURA, NOTA_CREDITO). Brevo exige un número, y ese número lo asigna cada cuenta: la misma plantilla tiene identificador distinto en cada ambiente.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E2E8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la plantilla en Brevo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794760"/>
            <a:ext cx="32004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88920" y="30175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E2E8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versionado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clave, contenido y parámetros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794760"/>
            <a:ext cx="32004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30175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E2E8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3794760"/>
            <a:ext cx="32004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30175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EF9C3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del ambiente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pendiente, sin número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64040" y="3794760"/>
            <a:ext cx="32004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301752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EBF4FF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publica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anota el número devuelto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reglas que esto impone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El nombre en Brevo ES la clave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669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NOTA_CREDITO, no "Nota de crédito"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Renombrar es cambio de contrato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5669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worker alerta si detecta cambio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 QA/PROD nadie edita en la interfaz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5669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siguiente publicación sobrescribe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Actualización de la tabla de correos de Proquifa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opciones — se compara y se recomienda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Proquifa.Pqf2.Notificaciones · Propuesta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de estado de cotización hoy adivina con un temporizador de 40 min. Faltan tres columnas que este servicio sí produce: estado, fecha de rebote e identificador de solicitud.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737360" cy="5029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2148840"/>
            <a:ext cx="3337560" cy="5029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 · Worker consumidor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148840"/>
            <a:ext cx="3337560" cy="5029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1488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 · Job BD contra vista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2148840"/>
            <a:ext cx="2834640" cy="50292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3 · Nosotros escribimos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2651760"/>
            <a:ext cx="3337560" cy="320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651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RECOMENDADA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1737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971800"/>
            <a:ext cx="3337560" cy="50292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971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del consumidor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971800"/>
            <a:ext cx="33375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971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del consumidor,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agente de BD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69680" y="2971800"/>
            <a:ext cx="28346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nuestro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construir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3474720"/>
            <a:ext cx="3337560" cy="50292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nuevo con instalación y vigilancia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3474720"/>
            <a:ext cx="3337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nuestra + sentencia suya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69680" y="347472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Nada, para ellos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1737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por pasada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94560" y="3977640"/>
            <a:ext cx="3337560" cy="50292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llamada por cada correo no resuelto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977640"/>
            <a:ext cx="33375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3977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sentencia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69680" y="3977640"/>
            <a:ext cx="28346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480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delicado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94560" y="4480560"/>
            <a:ext cx="3337560" cy="50292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4480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del consumidor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32120" y="4480560"/>
            <a:ext cx="3337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4480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nuestro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869680" y="44805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0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lado nuestro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983480"/>
            <a:ext cx="1737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983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exige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94560" y="4983480"/>
            <a:ext cx="3337560" cy="502920"/>
          </a:xfrm>
          <a:prstGeom prst="rect">
            <a:avLst/>
          </a:prstGeom>
          <a:solidFill>
            <a:srgbClr val="E6FF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4983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como consumidor autenticado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32120" y="4983480"/>
            <a:ext cx="33375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4983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dos bases se alcancen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869680" y="4983480"/>
            <a:ext cx="283464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0" y="4983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Renunciar a no tocar base ajena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56235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6875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pendiente para decidir bien: ¿las dos bases comparten instancia?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comparten, la Opción 2 pierde su única objeción y pasa a ser la más barata.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2C7A7B">
              <a:alpha val="60000"/>
            </a:srgbClr>
          </a:solidFill>
          <a:ln w="12700">
            <a:solidFill>
              <a:srgbClr val="2C7A7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D69E2E">
              <a:alpha val="50000"/>
            </a:srgbClr>
          </a:solidFill>
          <a:ln w="12700">
            <a:solidFill>
              <a:srgbClr val="D69E2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REQUERIDA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Aprobar el arranque de Proquifa.Pqf2.Notificaciones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F2440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Arquitectura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BD propia + worker único con dos servicios (Send + DeliverySync)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F2440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Patrón outbox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antes de intentar. La BD es la fuente de verdad del despacho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F2440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 ejes de estado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para la solicitud, marcas por destinatario para la entrega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F2440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Manejo de plantillas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lógica única; el número de Brevo se resuelve por ambiente sin copiar a mano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94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VALIDAR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bases de Notificaciones y ProquifaDotNet 2.0 comparten instancia? De la respuesta depende Opción 1 vs Opción 2 para actualizar la tabla de correos.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Proquifa.Pqf2.Notificaciones</dc:title>
  <dc:subject>PptxGenJS Presentation</dc:subject>
  <dc:creator>Osmar Calderón</dc:creator>
  <cp:lastModifiedBy>Osmar Calderón</cp:lastModifiedBy>
  <cp:revision>1</cp:revision>
  <dcterms:created xsi:type="dcterms:W3CDTF">2026-08-06T04:56:31Z</dcterms:created>
  <dcterms:modified xsi:type="dcterms:W3CDTF">2026-08-06T04:56:31Z</dcterms:modified>
</cp:coreProperties>
</file>